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0CA2E-9A04-44B6-A88F-4172CDDA73EB}" v="2" dt="2026-01-06T11:23:21.9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an Thakral" userId="8a42cdba05168c59" providerId="LiveId" clId="{5767126E-858B-4D7E-B1F5-984604ED209E}"/>
    <pc:docChg chg="custSel addSld modSld">
      <pc:chgData name="Milan Thakral" userId="8a42cdba05168c59" providerId="LiveId" clId="{5767126E-858B-4D7E-B1F5-984604ED209E}" dt="2026-01-06T11:23:21.932" v="3"/>
      <pc:docMkLst>
        <pc:docMk/>
      </pc:docMkLst>
      <pc:sldChg chg="addSp delSp modSp new mod">
        <pc:chgData name="Milan Thakral" userId="8a42cdba05168c59" providerId="LiveId" clId="{5767126E-858B-4D7E-B1F5-984604ED209E}" dt="2026-01-06T11:23:21.932" v="3"/>
        <pc:sldMkLst>
          <pc:docMk/>
          <pc:sldMk cId="947464460" sldId="271"/>
        </pc:sldMkLst>
        <pc:spChg chg="mod">
          <ac:chgData name="Milan Thakral" userId="8a42cdba05168c59" providerId="LiveId" clId="{5767126E-858B-4D7E-B1F5-984604ED209E}" dt="2026-01-06T11:23:05.366" v="1"/>
          <ac:spMkLst>
            <pc:docMk/>
            <pc:sldMk cId="947464460" sldId="271"/>
            <ac:spMk id="2" creationId="{66ECBD95-1CC5-6390-6A1E-DEE60FB108E3}"/>
          </ac:spMkLst>
        </pc:spChg>
        <pc:spChg chg="del">
          <ac:chgData name="Milan Thakral" userId="8a42cdba05168c59" providerId="LiveId" clId="{5767126E-858B-4D7E-B1F5-984604ED209E}" dt="2026-01-06T11:23:12.500" v="2" actId="21"/>
          <ac:spMkLst>
            <pc:docMk/>
            <pc:sldMk cId="947464460" sldId="271"/>
            <ac:spMk id="3" creationId="{D1DF9D51-A6A3-1CDC-2E5D-3E22206AD24E}"/>
          </ac:spMkLst>
        </pc:spChg>
        <pc:picChg chg="add mod">
          <ac:chgData name="Milan Thakral" userId="8a42cdba05168c59" providerId="LiveId" clId="{5767126E-858B-4D7E-B1F5-984604ED209E}" dt="2026-01-06T11:23:21.932" v="3"/>
          <ac:picMkLst>
            <pc:docMk/>
            <pc:sldMk cId="947464460" sldId="271"/>
            <ac:picMk id="4" creationId="{4C7B528B-0449-473A-38EC-2F3A1C16975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>
            <a:normAutofit/>
          </a:bodyPr>
          <a:lstStyle/>
          <a:p>
            <a:r>
              <a:rPr dirty="0"/>
              <a:t>RCB Performance Analysis using SQL</a:t>
            </a: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9793" y="3009900"/>
            <a:ext cx="6400800" cy="1752600"/>
          </a:xfrm>
        </p:spPr>
        <p:txBody>
          <a:bodyPr/>
          <a:lstStyle/>
          <a:p>
            <a:endParaRPr lang="en-IN" dirty="0"/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--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Milan Thakral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Indian Premier League (IPL) is a data-rich T20 tournament.</a:t>
            </a:r>
          </a:p>
          <a:p>
            <a:r>
              <a:rPr sz="2800" dirty="0"/>
              <a:t>Royal Challengers Bangalore (RCB) has strong fanbase but no IPL title.</a:t>
            </a:r>
          </a:p>
          <a:p>
            <a:r>
              <a:rPr sz="2800" dirty="0"/>
              <a:t>This project analyses RCB performance using 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Analyse</a:t>
            </a:r>
            <a:r>
              <a:rPr sz="2800" dirty="0"/>
              <a:t> RCB performance across seasons.</a:t>
            </a:r>
          </a:p>
          <a:p>
            <a:r>
              <a:rPr sz="2800" dirty="0"/>
              <a:t>Identify strengths and weaknesses.</a:t>
            </a:r>
          </a:p>
          <a:p>
            <a:r>
              <a:rPr sz="2800" dirty="0"/>
              <a:t>Understand home vs away dependency.</a:t>
            </a:r>
          </a:p>
          <a:p>
            <a:r>
              <a:rPr sz="2800" dirty="0"/>
              <a:t>Provide data-driven strategic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IPL relational database with match and ball-level data.</a:t>
            </a:r>
          </a:p>
          <a:p>
            <a:r>
              <a:rPr sz="2800" dirty="0"/>
              <a:t>Key tables: Matches, </a:t>
            </a:r>
            <a:r>
              <a:rPr sz="2800" dirty="0" err="1"/>
              <a:t>Ball_by_Ball</a:t>
            </a:r>
            <a:r>
              <a:rPr sz="2800" dirty="0"/>
              <a:t>, Player, Team, Season, Venue, </a:t>
            </a:r>
            <a:r>
              <a:rPr sz="2800" dirty="0" err="1"/>
              <a:t>Wicket_Taken</a:t>
            </a:r>
            <a:r>
              <a:rPr sz="2800" dirty="0"/>
              <a:t>.</a:t>
            </a:r>
          </a:p>
          <a:p>
            <a:r>
              <a:rPr sz="2800" dirty="0"/>
              <a:t>Normalized schema ensured clean analysis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SQL used for querying and analysis.</a:t>
            </a:r>
          </a:p>
          <a:p>
            <a:r>
              <a:rPr sz="2800" dirty="0"/>
              <a:t>Joins, CTEs, CASE statements, Window functions.</a:t>
            </a:r>
          </a:p>
          <a:p>
            <a:r>
              <a:rPr sz="2800" dirty="0"/>
              <a:t>KPIs calculated for batting, bowling, and team performance.</a:t>
            </a:r>
          </a:p>
          <a:p>
            <a:r>
              <a:rPr sz="2800" dirty="0"/>
              <a:t>Visualized results using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CBD95-1CC5-6390-6A1E-DEE60FB1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Schema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B528B-0449-473A-38EC-2F3A1C169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9592"/>
            <a:ext cx="8229600" cy="41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6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999"/>
            <a:ext cx="8229600" cy="1143000"/>
          </a:xfrm>
        </p:spPr>
        <p:txBody>
          <a:bodyPr/>
          <a:lstStyle/>
          <a:p>
            <a:r>
              <a:rPr dirty="0"/>
              <a:t>RCB Home vs Away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9761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Home Win Percentage: 55.17%.</a:t>
            </a:r>
          </a:p>
          <a:p>
            <a:r>
              <a:rPr sz="2800" dirty="0"/>
              <a:t>Away Win Percentage: 45.45%.</a:t>
            </a:r>
          </a:p>
          <a:p>
            <a:r>
              <a:rPr sz="2800" dirty="0"/>
              <a:t>RCB performs significantly better at home venue.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55F951-B25D-EDCF-2DA4-081660D7C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08441"/>
            <a:ext cx="8229600" cy="3778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825"/>
            <a:ext cx="8229600" cy="1143000"/>
          </a:xfrm>
        </p:spPr>
        <p:txBody>
          <a:bodyPr/>
          <a:lstStyle/>
          <a:p>
            <a:r>
              <a:rPr dirty="0"/>
              <a:t>Season-wise Performance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dirty="0"/>
              <a:t>RCB performance fluctuates across seasons.</a:t>
            </a:r>
          </a:p>
          <a:p>
            <a:r>
              <a:rPr dirty="0"/>
              <a:t>Sharp dip observed in 2014.</a:t>
            </a:r>
          </a:p>
          <a:p>
            <a:r>
              <a:rPr dirty="0"/>
              <a:t>Lack of consistency affects title chances.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6F81CD-6A6F-E7AF-DDAC-67EC3FEAC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5013"/>
            <a:ext cx="8229600" cy="4032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832"/>
            <a:ext cx="8229600" cy="1143000"/>
          </a:xfrm>
        </p:spPr>
        <p:txBody>
          <a:bodyPr/>
          <a:lstStyle/>
          <a:p>
            <a:r>
              <a:rPr dirty="0"/>
              <a:t>Batting vs Bowling Imbalance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9594"/>
            <a:ext cx="8229600" cy="4525963"/>
          </a:xfrm>
        </p:spPr>
        <p:txBody>
          <a:bodyPr>
            <a:normAutofit/>
          </a:bodyPr>
          <a:lstStyle/>
          <a:p>
            <a:r>
              <a:rPr sz="2800" dirty="0"/>
              <a:t>RCB consistently scores high runs.</a:t>
            </a:r>
          </a:p>
          <a:p>
            <a:r>
              <a:rPr sz="2800" dirty="0"/>
              <a:t>Wickets taken do not scale with runs.</a:t>
            </a:r>
          </a:p>
          <a:p>
            <a:r>
              <a:rPr sz="2800" dirty="0"/>
              <a:t>Bowling weakness impacts knockout matches.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A67D9-F80C-0815-55B0-0CBB72DF5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66425"/>
            <a:ext cx="8229599" cy="39627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74" y="-243347"/>
            <a:ext cx="8229600" cy="1143000"/>
          </a:xfrm>
        </p:spPr>
        <p:txBody>
          <a:bodyPr/>
          <a:lstStyle/>
          <a:p>
            <a:r>
              <a:rPr dirty="0"/>
              <a:t>Venue-wise Player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548" y="899653"/>
            <a:ext cx="8229600" cy="4525963"/>
          </a:xfrm>
        </p:spPr>
        <p:txBody>
          <a:bodyPr/>
          <a:lstStyle/>
          <a:p>
            <a:r>
              <a:rPr dirty="0"/>
              <a:t>Certain players perform better at specific venues.</a:t>
            </a:r>
          </a:p>
          <a:p>
            <a:r>
              <a:rPr dirty="0"/>
              <a:t>Heatmap analysis identifies venue specialists.</a:t>
            </a:r>
          </a:p>
          <a:p>
            <a:r>
              <a:rPr dirty="0"/>
              <a:t>Strategy can be optimized using this insight.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1599C-E78F-2693-0882-471F2C409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6994"/>
            <a:ext cx="8229600" cy="375100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832"/>
            <a:ext cx="8229600" cy="1143000"/>
          </a:xfrm>
        </p:spPr>
        <p:txBody>
          <a:bodyPr/>
          <a:lstStyle/>
          <a:p>
            <a:r>
              <a:rPr dirty="0"/>
              <a:t>Impact of Toss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70936"/>
            <a:ext cx="8229600" cy="4525963"/>
          </a:xfrm>
        </p:spPr>
        <p:txBody>
          <a:bodyPr/>
          <a:lstStyle/>
          <a:p>
            <a:r>
              <a:rPr dirty="0"/>
              <a:t>Teams fielding first win more matches.</a:t>
            </a:r>
          </a:p>
          <a:p>
            <a:r>
              <a:rPr dirty="0"/>
              <a:t>Toss impact varies by venue.</a:t>
            </a:r>
          </a:p>
          <a:p>
            <a:r>
              <a:rPr dirty="0"/>
              <a:t>Strategic toss decisions are crucial.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E3124D-2236-555A-B837-EC0D5EA8C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736" y="3079896"/>
            <a:ext cx="3539613" cy="30695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Problems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Inconsistent season performance.</a:t>
            </a:r>
          </a:p>
          <a:p>
            <a:r>
              <a:rPr sz="2800" dirty="0"/>
              <a:t>Weak bowling attack.</a:t>
            </a:r>
          </a:p>
          <a:p>
            <a:r>
              <a:rPr sz="2800" dirty="0"/>
              <a:t>Over-reliance on few star batters.</a:t>
            </a:r>
          </a:p>
          <a:p>
            <a:r>
              <a:rPr sz="2800" dirty="0"/>
              <a:t>Poor away match adaptability.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RCB Mega Auction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Invest in wicket-taking bowlers.</a:t>
            </a:r>
          </a:p>
          <a:p>
            <a:r>
              <a:rPr sz="2800" dirty="0"/>
              <a:t>Add reliable middle-order batters.</a:t>
            </a:r>
          </a:p>
          <a:p>
            <a:r>
              <a:rPr sz="2800" dirty="0"/>
              <a:t>Prioritize all-rounders.</a:t>
            </a:r>
          </a:p>
          <a:p>
            <a:r>
              <a:rPr sz="2800" dirty="0"/>
              <a:t>Strengthen domestic 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Improved bowling balance.</a:t>
            </a:r>
          </a:p>
          <a:p>
            <a:r>
              <a:rPr sz="2800" dirty="0"/>
              <a:t>Better away match results.</a:t>
            </a:r>
          </a:p>
          <a:p>
            <a:r>
              <a:rPr sz="2800" dirty="0"/>
              <a:t>Higher playoff and title chances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RCB has strong batting but structural weaknesses.</a:t>
            </a:r>
          </a:p>
          <a:p>
            <a:r>
              <a:rPr sz="2800" dirty="0"/>
              <a:t>Data-driven insights highlight gaps clearly.</a:t>
            </a:r>
          </a:p>
          <a:p>
            <a:r>
              <a:rPr sz="2800" dirty="0"/>
              <a:t>Balanced squad and strategy can lead to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349</Words>
  <Application>Microsoft Office PowerPoint</Application>
  <PresentationFormat>On-screen Show (4:3)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RCB Performance Analysis using SQL </vt:lpstr>
      <vt:lpstr>Introduction</vt:lpstr>
      <vt:lpstr>Project Objectives</vt:lpstr>
      <vt:lpstr>Data Overview</vt:lpstr>
      <vt:lpstr>Methodology</vt:lpstr>
      <vt:lpstr>Database Schema Overview</vt:lpstr>
      <vt:lpstr>RCB Home vs Away Performance</vt:lpstr>
      <vt:lpstr>Season-wise Performance Trend</vt:lpstr>
      <vt:lpstr>Batting vs Bowling Imbalance</vt:lpstr>
      <vt:lpstr>Venue-wise Player Performance</vt:lpstr>
      <vt:lpstr>Impact of Toss Decision</vt:lpstr>
      <vt:lpstr>Key Problems Identified</vt:lpstr>
      <vt:lpstr>RCB Mega Auction Strategy</vt:lpstr>
      <vt:lpstr>Expected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Milan Thakral</cp:lastModifiedBy>
  <cp:revision>2</cp:revision>
  <dcterms:created xsi:type="dcterms:W3CDTF">2013-01-27T09:14:16Z</dcterms:created>
  <dcterms:modified xsi:type="dcterms:W3CDTF">2026-01-06T11:23:27Z</dcterms:modified>
  <cp:category/>
</cp:coreProperties>
</file>